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71AEF-0720-4E9E-AA6F-6BDFFB931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A4BB4C-75E1-46B9-8C06-F315812AB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6C48C8-CD35-4F5B-833C-CA1D9C0B2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DD5E-7505-4142-A981-1DB19A2BB86C}" type="datetimeFigureOut">
              <a:rPr lang="pt-BR" smtClean="0"/>
              <a:t>28/08/2020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1EAD7C-B2DF-4AEC-A73B-FA667B626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474733-6CFA-49A6-B295-7559F665A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A52D-4A94-4718-A849-437B966CC7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20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4FAF4-98D3-44DD-8986-A851DFD75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AADA72-5F73-4192-8B1A-467567DA9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BBDA17-32CA-4057-BD79-5FA39084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DD5E-7505-4142-A981-1DB19A2BB86C}" type="datetimeFigureOut">
              <a:rPr lang="pt-BR" smtClean="0"/>
              <a:t>28/08/2020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C25103-6A3C-456B-969B-C4977C58B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343D5A-E6F4-4A2F-9B9E-1AD9E859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A52D-4A94-4718-A849-437B966CC7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77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05E73C-CCF9-4632-8E63-81AF5C65E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97D394-4AE1-4865-99C6-ED89886D6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78BF3C-B4CE-4676-A232-1A939B423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DD5E-7505-4142-A981-1DB19A2BB86C}" type="datetimeFigureOut">
              <a:rPr lang="pt-BR" smtClean="0"/>
              <a:t>28/08/2020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C87778-6D6C-46EC-9D75-867690248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9ACFF8-D625-4BCE-AEDA-604954026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A52D-4A94-4718-A849-437B966CC7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98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FE33E-0919-4AFC-81FD-E093EE59A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077587-0D7E-47D5-B38B-93D25DA6C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2A29DAA-4FF1-4047-870A-8BC5630CC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D4370B-484D-4698-8C73-19D33DC7E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DD5E-7505-4142-A981-1DB19A2BB86C}" type="datetimeFigureOut">
              <a:rPr lang="pt-BR" smtClean="0"/>
              <a:t>28/08/2020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AA7034-388C-4911-B7C3-2B9C3D059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8D2827-ED2A-40B7-87FC-60B19005B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A52D-4A94-4718-A849-437B966CC7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722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4675B-4C70-481B-9AF4-CA34352B3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79AB4A8-11C5-4DFF-8B4B-F2FADA053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0BBCCB-B7B8-483E-A40A-59571C236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F59AE06-49DD-450E-821A-2A605A7301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A92DB4-A1D2-4B9C-AE7D-E84BA88037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BAFC3C-7026-4741-A403-1821AAB83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DD5E-7505-4142-A981-1DB19A2BB86C}" type="datetimeFigureOut">
              <a:rPr lang="pt-BR" smtClean="0"/>
              <a:t>28/08/2020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A25EF25-BE4E-44F7-A1CF-ABD1CFB2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C123B53-642F-47EB-986F-523F4F87F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A52D-4A94-4718-A849-437B966CC7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722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50502-4EAD-41F2-A4CB-45745AB89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DAFDB3B-1158-4C5F-91DA-8EFAA8748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DD5E-7505-4142-A981-1DB19A2BB86C}" type="datetimeFigureOut">
              <a:rPr lang="pt-BR" smtClean="0"/>
              <a:t>28/08/2020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1F621A-F68D-4AAC-BA15-3D0A043D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3220BA-1D00-4439-82AD-C33BA44EA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A52D-4A94-4718-A849-437B966CC7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24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6723512-3DD4-4B0B-910D-6FE21CF8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DD5E-7505-4142-A981-1DB19A2BB86C}" type="datetimeFigureOut">
              <a:rPr lang="pt-BR" smtClean="0"/>
              <a:t>28/08/2020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A084784-FEE0-4D1F-A912-C8C3F698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33566F-4A43-4664-858A-6A209D1BA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A52D-4A94-4718-A849-437B966CC7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788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1511F-05CA-4906-804D-45AA32AB4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E94EE2-0273-4534-97F1-AEC7EC172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FE593F-79D2-4046-8682-1BFC43978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365ED1-EF17-4C9D-B9E2-384EECE2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DD5E-7505-4142-A981-1DB19A2BB86C}" type="datetimeFigureOut">
              <a:rPr lang="pt-BR" smtClean="0"/>
              <a:t>28/08/2020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DAE063-4084-4474-8EBE-65684B515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E2E1DF-5917-47C6-962E-13DCF993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A52D-4A94-4718-A849-437B966CC7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6063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CA786-EAAD-4B98-9DA3-F405AFF16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C23FBE-61AA-4E18-8470-9FECBEE42E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99810-28E8-4628-8295-2E473F163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21A2E52-F5CE-4BB8-8FED-78AE4E95F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DD5E-7505-4142-A981-1DB19A2BB86C}" type="datetimeFigureOut">
              <a:rPr lang="pt-BR" smtClean="0"/>
              <a:t>28/08/2020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5B4010-EEAD-425D-ACFD-55109D453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C4D405-D5CE-449E-8151-6FFE067AF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A52D-4A94-4718-A849-437B966CC7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88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3B293-398D-47E9-80B1-D1E43655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E0865B2-494E-4919-ADE4-9C3945618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89B3D4-F6EE-459C-9867-1E1959BC0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DD5E-7505-4142-A981-1DB19A2BB86C}" type="datetimeFigureOut">
              <a:rPr lang="pt-BR" smtClean="0"/>
              <a:t>28/08/2020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42A2BE-3B9A-424C-9015-5B1EF44E6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92B5BE-2A32-41DB-9B0F-41DC4758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A52D-4A94-4718-A849-437B966CC7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510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28B9A8-8047-4640-B110-43BD6D2C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EC6D8C-321C-40C7-B578-BB352FF77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931C34-99C5-43F4-8EB5-F598DD3DE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DD5E-7505-4142-A981-1DB19A2BB86C}" type="datetimeFigureOut">
              <a:rPr lang="pt-BR" smtClean="0"/>
              <a:t>28/08/2020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E817B8-5BFF-4EAF-889C-8064724BB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1D39B7-E1A6-4ACF-A1A6-003C9ADE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FA52D-4A94-4718-A849-437B966CC7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5670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E2F13E-DDBF-4F15-A348-DA94ACAF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94EB3F-C418-4287-97A2-6D432B8EC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450DA8-67E9-4227-9573-BE030647D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2DD5E-7505-4142-A981-1DB19A2BB86C}" type="datetimeFigureOut">
              <a:rPr lang="pt-BR" smtClean="0"/>
              <a:t>28/08/2020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E17E13-174F-4A01-A12D-B65CB69B9D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E37AF-61D9-4C38-96E6-25B4E4282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FA52D-4A94-4718-A849-437B966CC7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234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A85E53-DB9B-482F-AF75-3944D965B8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Diagrama de Entidade de Relacionamento (DER)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4A8D0D-8DDA-42F1-9FFE-CC6B4CB65F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Claudio Lima</a:t>
            </a:r>
          </a:p>
        </p:txBody>
      </p:sp>
    </p:spTree>
    <p:extLst>
      <p:ext uri="{BB962C8B-B14F-4D97-AF65-F5344CB8AC3E}">
        <p14:creationId xmlns:p14="http://schemas.microsoft.com/office/powerpoint/2010/main" val="3794707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0BBC7E-A226-4686-A127-DDFF1F7E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CB99BB0-B8AE-4C7C-BB9F-188E229AC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9142" y="1516517"/>
            <a:ext cx="9234715" cy="474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449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5AA736-6FFB-47BC-ACEE-2AB0909E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40222EF-8CB0-4E4E-A2E3-C72E99B97D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2972" y="1398213"/>
            <a:ext cx="8839199" cy="492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356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EDF30-2288-4D82-BF98-BA9B1A166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60553B2-D3FF-4D84-87C2-9D408930F2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542" y="1612162"/>
            <a:ext cx="8592457" cy="465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97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E2DF8-95F1-4DCF-A943-C76A1D85F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B87571DC-0C3A-4F90-84E9-6A49344E2E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8114" y="1528207"/>
            <a:ext cx="8345715" cy="483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969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58B73-639A-4F21-8402-853B17F43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5ED4F6B3-0037-46BB-972A-EA1B43E995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6514" y="1566852"/>
            <a:ext cx="8519886" cy="4647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285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60E79-8602-4CF2-BDDE-08D18DE9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Exemplo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E68289D-9259-4ACC-AAC1-FF4874DAD3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40" y="1690688"/>
            <a:ext cx="6074460" cy="2956117"/>
          </a:xfrm>
          <a:prstGeom prst="rect">
            <a:avLst/>
          </a:prstGeom>
        </p:spPr>
      </p:pic>
      <p:pic>
        <p:nvPicPr>
          <p:cNvPr id="9" name="Espaço Reservado para Conteúdo 3">
            <a:extLst>
              <a:ext uri="{FF2B5EF4-FFF2-40B4-BE49-F238E27FC236}">
                <a16:creationId xmlns:a16="http://schemas.microsoft.com/office/drawing/2014/main" id="{EDC31FF7-D7CC-406B-9A52-5BE2DE36D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745" y="1690688"/>
            <a:ext cx="5900255" cy="312920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77769AF-E6A7-430D-ACE2-196F12E5D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51" y="4646805"/>
            <a:ext cx="5380491" cy="213923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87A07CBE-F770-4904-9DBE-3C90241F6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745" y="4819897"/>
            <a:ext cx="5443004" cy="145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43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258ED-DC41-404C-A62D-943AB83B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Exemplo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988F115-7944-40F6-B3C8-B3075D6F5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429" y="1496612"/>
            <a:ext cx="7982857" cy="499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2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4A90E-7A36-402B-AB41-BCCD52D7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Exercícios 01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A24D6B47-5A98-483A-8ED1-35BED2E5DF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7028" y="1461580"/>
            <a:ext cx="8577943" cy="503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542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C045A-6173-40AB-B56D-434E14250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Exercícios 01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AFE1656-C4FA-44D6-A402-755C2BA61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2355" y="1828799"/>
            <a:ext cx="9020890" cy="378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288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47EA0-165E-4D54-B60A-D603F7B8D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Exercícios 02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C5407F75-52B7-4E40-B941-5D58D90B6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7039" y="1690688"/>
            <a:ext cx="8952377" cy="405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156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74BCA-B5E9-46C1-B00D-9E3B2AAD8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 02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708A233-AA65-432F-9000-A71DFC385E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3030" y="1690688"/>
            <a:ext cx="9493662" cy="398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66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85E62-5D14-4245-9ACA-4118EFDDE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 03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169FC0D9-DE51-4906-9AAB-6856C76C08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6936" y="1454711"/>
            <a:ext cx="9129932" cy="503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48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674BCA-B5E9-46C1-B00D-9E3B2AAD8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 03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708A233-AA65-432F-9000-A71DFC385E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3030" y="1690688"/>
            <a:ext cx="9493662" cy="398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06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B100C-C4E3-43D7-A4EF-B3D79A1C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 04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34477920-42EF-4A13-A060-761B8C386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2529" y="1547446"/>
            <a:ext cx="9018733" cy="460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373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AA824-5F22-4557-AA9D-2EF83EA80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Exercício 04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76EBB4F3-DC27-40C6-BC09-4DB0DFBD4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69" y="1971372"/>
            <a:ext cx="9493662" cy="398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85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0EF1AD97652B4DADC1D5AA481132CA" ma:contentTypeVersion="10" ma:contentTypeDescription="Create a new document." ma:contentTypeScope="" ma:versionID="e762bb7038a98a65ce078203c4fdbc8e">
  <xsd:schema xmlns:xsd="http://www.w3.org/2001/XMLSchema" xmlns:xs="http://www.w3.org/2001/XMLSchema" xmlns:p="http://schemas.microsoft.com/office/2006/metadata/properties" xmlns:ns2="0617cc73-3dc8-4c34-b1f6-14a34af8b1a8" xmlns:ns3="adaa9592-3624-4b81-adae-371221e6c671" targetNamespace="http://schemas.microsoft.com/office/2006/metadata/properties" ma:root="true" ma:fieldsID="696aff764efc42782937039d7c76fb00" ns2:_="" ns3:_="">
    <xsd:import namespace="0617cc73-3dc8-4c34-b1f6-14a34af8b1a8"/>
    <xsd:import namespace="adaa9592-3624-4b81-adae-371221e6c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7cc73-3dc8-4c34-b1f6-14a34af8b1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ef6089c-5148-4909-88ac-65974e5b7e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aa9592-3624-4b81-adae-371221e6c67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33e00fb-46f0-465e-be18-ab74300d1d8d}" ma:internalName="TaxCatchAll" ma:showField="CatchAllData" ma:web="adaa9592-3624-4b81-adae-371221e6c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17cc73-3dc8-4c34-b1f6-14a34af8b1a8">
      <Terms xmlns="http://schemas.microsoft.com/office/infopath/2007/PartnerControls"/>
    </lcf76f155ced4ddcb4097134ff3c332f>
    <TaxCatchAll xmlns="adaa9592-3624-4b81-adae-371221e6c671" xsi:nil="true"/>
  </documentManagement>
</p:properties>
</file>

<file path=customXml/itemProps1.xml><?xml version="1.0" encoding="utf-8"?>
<ds:datastoreItem xmlns:ds="http://schemas.openxmlformats.org/officeDocument/2006/customXml" ds:itemID="{FAFC8741-3084-4847-AF75-950EE34B86C5}"/>
</file>

<file path=customXml/itemProps2.xml><?xml version="1.0" encoding="utf-8"?>
<ds:datastoreItem xmlns:ds="http://schemas.openxmlformats.org/officeDocument/2006/customXml" ds:itemID="{D1E5C030-20E1-4161-AF4A-B15FA21C78B9}"/>
</file>

<file path=customXml/itemProps3.xml><?xml version="1.0" encoding="utf-8"?>
<ds:datastoreItem xmlns:ds="http://schemas.openxmlformats.org/officeDocument/2006/customXml" ds:itemID="{DE8C0949-13A8-4BF3-A7C1-81C43521EF29}"/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35</Words>
  <Application>Microsoft Office PowerPoint</Application>
  <PresentationFormat>Widescreen</PresentationFormat>
  <Paragraphs>17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do Office</vt:lpstr>
      <vt:lpstr>Diagrama de Entidade de Relacionamento (DER)</vt:lpstr>
      <vt:lpstr>Exemplo</vt:lpstr>
      <vt:lpstr>Exemplo</vt:lpstr>
      <vt:lpstr>Exemplo</vt:lpstr>
      <vt:lpstr>Exemplo</vt:lpstr>
      <vt:lpstr>Exemplo</vt:lpstr>
      <vt:lpstr>Exemplo</vt:lpstr>
      <vt:lpstr>Exemplo</vt:lpstr>
      <vt:lpstr>Exercícios 01</vt:lpstr>
      <vt:lpstr>Exercícios 01</vt:lpstr>
      <vt:lpstr>Exercícios 02</vt:lpstr>
      <vt:lpstr>Exercício 02</vt:lpstr>
      <vt:lpstr>Exercício 03</vt:lpstr>
      <vt:lpstr>Exercício 03</vt:lpstr>
      <vt:lpstr>Exercício 04</vt:lpstr>
      <vt:lpstr>Exercício 04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Entidade de Relacionamento (DER)</dc:title>
  <dc:creator>CLAUDIO ETELVINO DE LIMA</dc:creator>
  <cp:lastModifiedBy>CLAUDIO ETELVINO DE LIMA</cp:lastModifiedBy>
  <cp:revision>4</cp:revision>
  <dcterms:created xsi:type="dcterms:W3CDTF">2020-08-28T19:15:13Z</dcterms:created>
  <dcterms:modified xsi:type="dcterms:W3CDTF">2020-08-28T19:47:36Z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0x010100DE0EF1AD97652B4DADC1D5AA481132CA</vt:lpwstr>
  </property>
</Properties>
</file>